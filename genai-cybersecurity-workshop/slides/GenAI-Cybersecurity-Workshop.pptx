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55e6d89-b1ca-e817-2689-2614929a0b7a}">
          <p14:sldIdLst>
            <p14:sldId id="256"/>
            <p14:sldId id="257"/>
            <p14:sldId id="258"/>
          </p14:sldIdLst>
        </p14:section>
        <p14:section name="Gates" id="{5a194378-076c-9a60-7835-9b9bcbc7751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ose" id="{4074b849-29d9-1125-3e3a-2ee9cbb24c7c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Shift Left, With an AI at Every Gate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GenAI for securing code, pipelines and pre-prod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 is vulnerable from the first keystroke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AI-assisted code ships faster than humans can review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Flaws enter at authoring, not just in production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Attackers use GenAI too: phishing, exploit drafting, recon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Four gates, one AI at each</a:t>
            </a:r>
            <a:endParaRPr lang="en-US" sz="2400" dirty="0"/>
          </a:p>
        </p:txBody>
      </p:sp>
      <p:sp>
        <p:nvSpPr>
          <p:cNvPr id="3" name="Gate 1 card"/>
          <p:cNvSpPr/>
          <p:nvPr/>
        </p:nvSpPr>
        <p:spPr>
          <a:xfrm>
            <a:off x="5486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IDE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Secure-by-default prompts, inline fixes</a:t>
            </a:r>
            <a:endParaRPr lang="en-US" sz="1400" dirty="0"/>
          </a:p>
        </p:txBody>
      </p:sp>
      <p:sp>
        <p:nvSpPr>
          <p:cNvPr id="6" name="Gate 2 card"/>
          <p:cNvSpPr/>
          <p:nvPr/>
        </p:nvSpPr>
        <p:spPr>
          <a:xfrm>
            <a:off x="26060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 Pull request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148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LLM diff review, gates the merge</a:t>
            </a:r>
            <a:endParaRPr lang="en-US" sz="1400" dirty="0"/>
          </a:p>
        </p:txBody>
      </p:sp>
      <p:sp>
        <p:nvSpPr>
          <p:cNvPr id="9" name="Gate 3 card"/>
          <p:cNvSpPr/>
          <p:nvPr/>
        </p:nvSpPr>
        <p:spPr>
          <a:xfrm>
            <a:off x="46634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CI/CD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148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Triage SAST noise, scan IaC</a:t>
            </a:r>
            <a:endParaRPr lang="en-US" sz="1400" dirty="0"/>
          </a:p>
        </p:txBody>
      </p:sp>
      <p:sp>
        <p:nvSpPr>
          <p:cNvPr id="12" name="Gate 4 card"/>
          <p:cNvSpPr/>
          <p:nvPr/>
        </p:nvSpPr>
        <p:spPr>
          <a:xfrm>
            <a:off x="6720840" y="1463040"/>
            <a:ext cx="1874520" cy="237744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Pre-prod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1488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Threat model, log and attack analysis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Risk, what GenAI adds, code you can take home: at every gate</a:t>
            </a:r>
            <a:endParaRPr lang="en-US" sz="1400" dirty="0"/>
          </a:p>
        </p:txBody>
      </p:sp>
      <p:sp>
        <p:nvSpPr>
          <p:cNvPr id="17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Gate 1 - IDE: the cheapest bug is the one never committed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Risks: injection, hardcoded secrets, weak crypto, hallucinated packages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Fix: a security-aware system prompt / rules file in every repo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Demo: same task, naive vs secure prompt (secure_gen.py)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Demo: python secure_gen.py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Gate 2 - Pull request: an AI reviewer that reads every line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Structured JSON output so the build can gate on severity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Fail on critical/high only: avoid alert fatigue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Treat the diff as untrusted data: prompt injection defence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Demo: python ai_review.py --file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Gate 3 - CI/CD: triage the noise, scan the infrastructure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Scanners emit hundreds of alerts; LLMs judge reachability in context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200 raw findings become a short list with proposed patches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Same reviewer catches IaC flaws: open SSH, public buckets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 triages, humans decide the merge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Demo: python triage.py + infra/main.tf 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Gate 4 - Pre-prod: ask how an attacker would break it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STRIDE threat model from an architecture description in minutes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Ranked risks plus concrete test cases for staging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SOC-style log triage mapped to MITRE ATT&amp;CK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Demo: threat_model.py, log_triage.py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other side: attackers already use AI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Higher-quality phishing at near-zero cost per attempt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Faster exploit development and automated recon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Deepfake voice and video for social engineering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Secure the AI itself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2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Prompt injection (diffs, logs, docs)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Untrusted-data instructions, JSON output, no write or merge rights for the bot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Hallucinated packages (slopsquatting)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Verify every dependency against your registry or lockfile before install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Data leakage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Redact secrets and PII before sending; enterprise data-retention terms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Over-trust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AI recommends, humans approve, log every decision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Measure it or it's a toy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False-positive rate of AI findings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Mean time to remediate a critical finding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Vulnerabilities caught pre-merge vs in production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Developer friction: time added to a PR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Monday morning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1. Put a security-aware rules file in every repo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2. Add an AI review gate on PRs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3. Use AI to triage scanner output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4. Threat-model before release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5. Secure the AI like any privileged service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Questions?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Repo: genai-sec-workshop  |  OWASP Top 10 for LLM Applications  |  OWASP ASVS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Shift">
  <a:themeElements>
    <a:clrScheme name="SecShift">
      <a:dk1>
        <a:srgbClr val="0B1F33"/>
      </a:dk1>
      <a:lt1>
        <a:srgbClr val="FFFFFF"/>
      </a:lt1>
      <a:dk2>
        <a:srgbClr val="12324F"/>
      </a:dk2>
      <a:lt2>
        <a:srgbClr val="EEF3F7"/>
      </a:lt2>
      <a:accent1>
        <a:srgbClr val="13A89E"/>
      </a:accent1>
      <a:accent2>
        <a:srgbClr val="F59E0B"/>
      </a:accent2>
      <a:accent3>
        <a:srgbClr val="E5484D"/>
      </a:accent3>
      <a:accent4>
        <a:srgbClr val="3B82F6"/>
      </a:accent4>
      <a:accent5>
        <a:srgbClr val="8B5CF6"/>
      </a:accent5>
      <a:accent6>
        <a:srgbClr val="64748B"/>
      </a:accent6>
      <a:hlink>
        <a:srgbClr val="13A89E"/>
      </a:hlink>
      <a:folHlink>
        <a:srgbClr val="64748B"/>
      </a:folHlink>
    </a:clrScheme>
    <a:fontScheme name="SecShif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2026-10-03T08:50:55Z</dcterms:created>
  <dcterms:modified xsi:type="dcterms:W3CDTF">2026-10-03T08:50:55Z</dcterms:modified>
</cp:coreProperties>
</file>